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2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1005840"/>
            <a:ext cx="777240" cy="77724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4" name="Image 0" descr="/home/claude/ilmoportaali-deck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0069" y="1099109"/>
            <a:ext cx="590702" cy="5907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966960" y="2103120"/>
            <a:ext cx="594360" cy="59436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6" name="Image 1" descr="/home/claude/ilmoportaali-deck/icon_us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283" y="2174443"/>
            <a:ext cx="451714" cy="45171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503920" y="2743200"/>
            <a:ext cx="502920" cy="50292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8" name="Image 2" descr="/home/claude/ilmoportaali-deck/icon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2803550"/>
            <a:ext cx="382219" cy="3822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0332720" y="3657600"/>
            <a:ext cx="640080" cy="64008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10" name="Image 3" descr="/home/claude/ilmoportaali-deck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9530" y="3734410"/>
            <a:ext cx="486461" cy="486461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8869680" y="4297680"/>
            <a:ext cx="548640" cy="54864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12" name="Image 4" descr="/home/claude/ilmoportaali-deck/icon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5517" y="4363517"/>
            <a:ext cx="416966" cy="41696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40080" y="22402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ILMOPORTAALI</a:t>
            </a:r>
            <a:endParaRPr lang="en-US" sz="4600" dirty="0"/>
          </a:p>
        </p:txBody>
      </p:sp>
      <p:sp>
        <p:nvSpPr>
          <p:cNvPr id="14" name="Text 7"/>
          <p:cNvSpPr/>
          <p:nvPr/>
        </p:nvSpPr>
        <p:spPr>
          <a:xfrm>
            <a:off x="685800" y="31089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Tapahtumien ilmoittautumis- ja maksuportaali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685800" y="3657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Tilannekatsaus ohjausryhmälle  ·  16. syyskuuta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Mitä Ilmoportaali tekee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Itsepalveluportaali, jossa järjestäjät julkaisevat tapahtumia ostettavine tuotteineen ja osallistujat ilmoittautuvat, muodostavat joukkueita ja maksavat — alusta loppuun ilman manuaalista kirjanpitoa.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258568" cy="3291840"/>
          </a:xfrm>
          <a:prstGeom prst="roundRect">
            <a:avLst>
              <a:gd name="adj" fmla="val 3239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7884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lmoportaali-deck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4694" y="254569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04288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29184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3703320"/>
            <a:ext cx="18013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Järjestäjä julkaisee tapahtuman tuotteineen, hinnoitteluineen, osallistujamäärineen ja ilmoittautumisaikoineen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27248" y="2148840"/>
            <a:ext cx="2258568" cy="3291840"/>
          </a:xfrm>
          <a:prstGeom prst="roundRect">
            <a:avLst>
              <a:gd name="adj" fmla="val 3239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36492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ilmoportaali-deck/icon_us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302" y="25456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82896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55848" y="329184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Ilmoittaudu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355848" y="3703320"/>
            <a:ext cx="18013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Osallistuja ilmoittautuu yksin, joukkueen kanssa, tai kapteeni lisää hänet vieraaksi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705856" y="2148840"/>
            <a:ext cx="2258568" cy="3291840"/>
          </a:xfrm>
          <a:prstGeom prst="roundRect">
            <a:avLst>
              <a:gd name="adj" fmla="val 3239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1510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ilmoportaali-deck/icon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910" y="2545690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61504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934456" y="329184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Maksa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5934456" y="3703320"/>
            <a:ext cx="18013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Stripe-maksu — kortit, MobilePay, iDEAL ja muut, automaattisella vahvistuksella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284464" y="2148840"/>
            <a:ext cx="2258568" cy="3291840"/>
          </a:xfrm>
          <a:prstGeom prst="roundRect">
            <a:avLst>
              <a:gd name="adj" fmla="val 3239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93708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ilmoportaali-deck/icon_down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518" y="2545690"/>
            <a:ext cx="486461" cy="4864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40112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513064" y="329184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Hallinnoi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8513064" y="3703320"/>
            <a:ext cx="18013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Järjestäjä seuraa maksutilannetta, muokkaa ilmoittautumisia ja vie tiedot CSV-muotoon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Ilmoportaali  |  Ohjausryhmän katsaus  |  Syyskuu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Keskeiset ominaisuudet — Tapahtumat ja ilmoittautuminen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ilmoportaali-deck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088" y="1524488"/>
            <a:ext cx="389169" cy="3891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140817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Joustava tapahtuman asetus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61872" y="1719072"/>
            <a:ext cx="4498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Osallistujamäärän rajat, määritelty ilmoittautumisaika sekä useita ostettavia tuotteita per tapahtuma.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ilmoportaali-deck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368" y="1524488"/>
            <a:ext cx="389169" cy="3891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31152" y="140817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Yksilö-, joukkue- ja vierasilmoittautuminen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931152" y="1719072"/>
            <a:ext cx="4498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Osallistuja ilmoittautuu yksin, joukkueen kanssa tai kapteenin lisäämänä vieraana — tapahtuman voi myös rajata tiettyihin kelpoisiin joukkueisiin.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2926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ilmoportaali-deck/icon_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2987528"/>
            <a:ext cx="389169" cy="3891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287121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Muokattavat tuotevalinnat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61872" y="3182112"/>
            <a:ext cx="4498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Vapaatekstikentät, pudotusvalikot ja monivalintaiset valintaruudut — kullakin vaihtoehdolla voi olla oma varastorajansa ja hinnan ylikirjoitus.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217920" y="2926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ilmoportaali-deck/icon_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368" y="2987528"/>
            <a:ext cx="389169" cy="3891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31152" y="287121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Automaattinen joukkueeseen liittyminen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931152" y="3182112"/>
            <a:ext cx="4498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Järjestäjä voi ottaa käyttöön automaattisen hyväksynnän, jolloin joukkueella ilmoittautuminen tekee osallistujasta heti jäsenen.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8640" y="4389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/home/claude/ilmoportaali-deck/icon_ed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88" y="4450568"/>
            <a:ext cx="389169" cy="38916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61872" y="433425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Muokattavissa jälkikäteen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261872" y="4645152"/>
            <a:ext cx="4498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Ylläpitäjät, järjestäjät ja rinnakkaisjärjestäjät voivat muokata ilmoittautumisen tuotteita — muutos tallentuu muutoshistoriaan.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217920" y="4389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5" descr="/home/claude/ilmoportaali-deck/icon_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368" y="4450568"/>
            <a:ext cx="389169" cy="38916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31152" y="433425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Varastotietoinen kaikkialla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931152" y="4645152"/>
            <a:ext cx="4498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Osallistujamäärä- ja vaihtoehtokohtaiset rajat valvotaan maksuvaiheessa, muokkauksessa ja osallistujille näkyvässä saatavuudessa.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Ilmoportaali  |  Ohjausryhmän katsaus  |  Syyskuu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Maksut, hallinnointi ja tietoturva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ilmoportaali-deck/icon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088" y="1524488"/>
            <a:ext cx="389169" cy="3891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140817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Stripe-maksujen käsittely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61872" y="1719072"/>
            <a:ext cx="4498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Kortit, MobilePay, iDEAL ja muut; palautukset tehdään automaattisesti, kun ilmoittautuminen perutaan tai sitä pienennetään.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ilmoportaali-deck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368" y="1524488"/>
            <a:ext cx="389169" cy="3891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31152" y="140817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Porrastettu käyttöoikeusmalli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931152" y="1719072"/>
            <a:ext cx="4498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Ylläpitäjä (täydet oikeudet), Järjestäjä (omistaa tapahtumat) ja Rinnakkaisjärjestäjä (tapahtumakohtaiset oikeudet) — kaikki valvotaan palvelinpuolella.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2926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ilmoportaali-deck/icon_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2987528"/>
            <a:ext cx="389169" cy="3891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287121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CSV-vienti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61872" y="3182112"/>
            <a:ext cx="4498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Osallistujalistat ja käyttäjähakemisto voidaan viedä CSV-muotoon, mukaan lukien maksutila ja kommentit.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217920" y="2926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ilmoportaali-deck/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368" y="2987528"/>
            <a:ext cx="389169" cy="3891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31152" y="287121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Itsepalvelujoukkueet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931152" y="3182112"/>
            <a:ext cx="4498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Jäsenet pyytävät liittymistä, kapteenit hyväksyvät tai automaattihyväksyvät, ja kapteenuuden voi siirtää ilman ylläpitäjää.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8640" y="4389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/home/claude/ilmoportaali-deck/ico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88" y="4450568"/>
            <a:ext cx="389169" cy="38916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61872" y="433425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Tietoturva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261872" y="4645152"/>
            <a:ext cx="4498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JWT -istunnot, bcrypt-salasanatiivisteet, sallittujen osoitteiden CORS-lista ja roolien tarkistus tietokannasta jokaisella pyynnöllä.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217920" y="4389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5" descr="/home/claude/ilmoportaali-deck/icon_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368" y="4450568"/>
            <a:ext cx="389169" cy="38916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31152" y="433425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Automatisoitu käyttöönotto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931152" y="4645152"/>
            <a:ext cx="4498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Jokainen muutos testataan ja otetaan automaattisesti käyttöön Azuressa GitHub Actionsin kautta — ei manuaalisia julkaisuvaiheita.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Ilmoportaali  |  Ohjausryhmän katsaus  |  Syyskuu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 vielä käytettävissä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Tunnetut puutteet ja tulevat kehityskohteet — mikään näistä ei estä käyttöä, mutta niistä kannattaa olla tietoinen.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ilmoportaali-deck/icon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2104949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4320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tuotekuvia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3200400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Tuotteet näkyvät vain tekstinä ja hintana; osallistujille ei vielä näytetä kuvia.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33672" y="1783080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9704" y="203911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ilmoportaali-deck/icon_us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541" y="2104949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704" y="274320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itsepalveluna luotavia joukkueita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89704" y="3200400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Vain ylläpitäjä voi luoda uuden joukkueen — jäsenet voivat liittyä, eivät perustaa.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18704" y="1783080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74736" y="203911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/home/claude/ilmoportaali-deck/icon_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3" y="2104949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4736" y="274320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joukkotuontia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174736" y="3200400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Ilmoittautumiset syötetään yksitellen — Excel/CSV-tuontia ei vielä ole.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4087368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343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/home/claude/ilmoportaali-deck/icon_eye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9" y="440923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047488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joukkuekohtaista näkyvyyttä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04672" y="5504688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Ilmoittautumisen voi jo rajata tiettyihin joukkueisiin — mutta tapahtuma näkyy silti kaikille.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33672" y="4087368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9704" y="4343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/home/claude/ilmoportaali-deck/icon_bar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541" y="4409237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9704" y="5047488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analytiikkanäkymää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89704" y="5504688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Raportointi tapahtuu vain CSV-viennillä — ei kaavioita, trendejä tai tuottoyhteenvetoja.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18704" y="4087368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74736" y="4343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1" name="Image 5" descr="/home/claude/ilmoportaali-deck/icon_typ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0573" y="4409237"/>
            <a:ext cx="416966" cy="4169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74736" y="5047488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Käyttöliittymä vain englanniksi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174736" y="5504688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Ylläpito- ja osallistujanäkymää ei ole lokalisoitu, vaikka tapahtumasisällön voi kirjoittaa millä kielellä tahansa.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Ilmoportaali  |  Ohjausryhmän katsaus  |  Syyskuu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Nykytilanne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4" name="Image 0" descr="/home/claude/ilmoportaali-deck/icon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528" y="1524488"/>
            <a:ext cx="389169" cy="3891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0817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Isännöity Azuressa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371600" y="17373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Palvelu osoitteessa ilmoportaali.boffaus.fi, Container Apps + hallittu PostgreSQL (Sweden Central), käyttöönotto automatisoitu GitHub Actionsilla.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8" name="Image 1" descr="/home/claude/ilmoportaali-deck/icon_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28" y="2576048"/>
            <a:ext cx="389169" cy="3891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45973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Aktiivisesti ylläpidetty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371600" y="27889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Tasainen tahti korjauksia ja uusia ominaisuuksia — viimeisimpinä joustavat valintaruutuvalinnat ja tarkennetut hallinnointioikeudet.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3566160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12" name="Image 2" descr="/home/claude/ilmoportaali-deck/icon_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28" y="3627608"/>
            <a:ext cx="389169" cy="3891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5112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Tällä hetkellä yksityisesti rahoitettu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371600" y="38404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Palvelin- ja Stripe-maksunvälityskulut katetaan tällä hetkellä yksityisesti, ei organisaation budjetista.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95528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141B49"/>
          </a:solidFill>
          <a:ln/>
        </p:spPr>
      </p:sp>
      <p:sp>
        <p:nvSpPr>
          <p:cNvPr id="16" name="Text 11"/>
          <p:cNvSpPr/>
          <p:nvPr/>
        </p:nvSpPr>
        <p:spPr>
          <a:xfrm>
            <a:off x="8275320" y="1783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PYYNTÖMME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275320" y="219456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Ottakaa vastuu ylläpitokuluista, jotta Ilmoportaali voi jatkua luotettavasti yhden henkilön budjetin ulkopuolella.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75320" y="38404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Avoimet keskustelunaiheet: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275320" y="41605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Jatkuva ylläpitobudjetti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Pitkän aikavälin tekninen vastuu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Kehityskohteiden priorisointi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Ilmoportaali  |  Ohjausryhmän katsaus  |  Syyskuu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2026-09-15T15:56:54Z</dcterms:created>
  <dcterms:modified xsi:type="dcterms:W3CDTF">2026-09-15T15:56:54Z</dcterms:modified>
</cp:coreProperties>
</file>