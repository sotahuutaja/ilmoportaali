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2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1005840"/>
            <a:ext cx="777240" cy="77724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4" name="Image 0" descr="/home/claude/ilmoportaali-deck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0069" y="1099109"/>
            <a:ext cx="590702" cy="5907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966960" y="2103120"/>
            <a:ext cx="594360" cy="59436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6" name="Image 1" descr="/home/claude/ilmoportaali-deck/icon_us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283" y="2174443"/>
            <a:ext cx="451714" cy="45171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503920" y="2743200"/>
            <a:ext cx="502920" cy="50292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8" name="Image 2" descr="/home/claude/ilmoportaali-deck/icon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2803550"/>
            <a:ext cx="382219" cy="3822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0332720" y="3657600"/>
            <a:ext cx="640080" cy="64008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10" name="Image 3" descr="/home/claude/ilmoportaali-deck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9530" y="3734410"/>
            <a:ext cx="486461" cy="486461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8869680" y="4297680"/>
            <a:ext cx="548640" cy="54864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12" name="Image 4" descr="/home/claude/ilmoportaali-deck/icon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5517" y="4363517"/>
            <a:ext cx="416966" cy="41696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40080" y="22402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ILMOPORTAALI</a:t>
            </a:r>
            <a:endParaRPr lang="en-US" sz="4600" dirty="0"/>
          </a:p>
        </p:txBody>
      </p:sp>
      <p:sp>
        <p:nvSpPr>
          <p:cNvPr id="14" name="Text 7"/>
          <p:cNvSpPr/>
          <p:nvPr/>
        </p:nvSpPr>
        <p:spPr>
          <a:xfrm>
            <a:off x="685800" y="31089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Registration &amp; Payment Portal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685800" y="3657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review for the steering group  ·  September 16,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Ilmoportaali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 web portal where organizers publish events with purchasable products, and attendees register, form teams, and pay — start to finish, with no manual bookkeeping.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258568" cy="3291840"/>
          </a:xfrm>
          <a:prstGeom prst="roundRect">
            <a:avLst>
              <a:gd name="adj" fmla="val 3239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7884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lmoportaali-deck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4694" y="254569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04288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29184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3703320"/>
            <a:ext cx="18013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publishes an event with products, pricing, capacity, and a registration window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27248" y="2148840"/>
            <a:ext cx="2258568" cy="3291840"/>
          </a:xfrm>
          <a:prstGeom prst="roundRect">
            <a:avLst>
              <a:gd name="adj" fmla="val 3239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36492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ilmoportaali-deck/icon_us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302" y="25456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82896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55848" y="329184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355848" y="3703320"/>
            <a:ext cx="18013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 signs up individually, with a team, or is added as a guest by a captain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705856" y="2148840"/>
            <a:ext cx="2258568" cy="3291840"/>
          </a:xfrm>
          <a:prstGeom prst="roundRect">
            <a:avLst>
              <a:gd name="adj" fmla="val 3239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1510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ilmoportaali-deck/icon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910" y="2545690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61504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934456" y="329184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5934456" y="3703320"/>
            <a:ext cx="18013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— cards, MobilePay, iDEAL, and more, with automatic confirmation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284464" y="2148840"/>
            <a:ext cx="2258568" cy="3291840"/>
          </a:xfrm>
          <a:prstGeom prst="roundRect">
            <a:avLst>
              <a:gd name="adj" fmla="val 3239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93708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ilmoportaali-deck/icon_down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518" y="2545690"/>
            <a:ext cx="486461" cy="4864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40112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513064" y="329184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8513064" y="3703320"/>
            <a:ext cx="18013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tracks payment status, edits registrations, and exports data to CSV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Ilmoportaali  |  Steering Group Review  | 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 — Events &amp; Registration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ilmoportaali-deck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088" y="1478768"/>
            <a:ext cx="389169" cy="3891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136245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event setup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261872" y="1673352"/>
            <a:ext cx="44988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limits, a defined registration open/close window, and multiple purchasable products per event.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0" y="14173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ilmoportaali-deck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368" y="1478768"/>
            <a:ext cx="389169" cy="3891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31152" y="136245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team &amp; guest registration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931152" y="1673352"/>
            <a:ext cx="44988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 register solo, with a team, or as a captain-managed guest — organizers can also limit an event to specific eligible teams.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834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ilmoportaali-deck/icon_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2896088"/>
            <a:ext cx="389169" cy="3891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277977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product options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261872" y="3090672"/>
            <a:ext cx="44988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fields, dropdown choices, and multi-select checkbox lists — each option can carry its own stock limit and price override.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217920" y="2834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ilmoportaali-deck/icon_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368" y="2896088"/>
            <a:ext cx="389169" cy="3891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31152" y="277977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team formation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931152" y="3090672"/>
            <a:ext cx="44988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can enable auto-approval so registering with a team instantly makes the attendee a member.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4251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/home/claude/ilmoportaali-deck/icon_ed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88" y="4313408"/>
            <a:ext cx="389169" cy="38916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61872" y="419709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after the fact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261872" y="4507992"/>
            <a:ext cx="44988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creators, and co-managers can amend a registration's products or details, with the change kept in an audit trail.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217920" y="4251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5" descr="/home/claude/ilmoportaali-deck/icon_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368" y="4313408"/>
            <a:ext cx="389169" cy="38916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31152" y="419709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Stock-aware everywhere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6931152" y="4507992"/>
            <a:ext cx="44988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and per-option stock are enforced consistently at checkout, on re-edit, and in the live availability shown to attendees.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Ilmoportaali  |  Steering Group Review  | 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Payments, Administration &amp; Security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ilmoportaali-deck/icon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088" y="1478768"/>
            <a:ext cx="389169" cy="3891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136245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 processing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261872" y="1673352"/>
            <a:ext cx="44988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MobilePay, iDEAL and more; refunds are issued automatically when a registration is cancelled or reduced.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0" y="14173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ilmoportaali-deck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368" y="1478768"/>
            <a:ext cx="389169" cy="3891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31152" y="136245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access model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931152" y="1673352"/>
            <a:ext cx="44988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(full system access), Creator (owns events), and Co-Manager (delegated access per event) — all enforced server-side.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834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ilmoportaali-deck/icon_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2896088"/>
            <a:ext cx="389169" cy="3891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277977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261872" y="3090672"/>
            <a:ext cx="44988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lists and the admin user directory export to CSV, including payment status and comments.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217920" y="2834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ilmoportaali-deck/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368" y="2896088"/>
            <a:ext cx="389169" cy="3891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31152" y="277977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teams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931152" y="3090672"/>
            <a:ext cx="44988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request to join, captains approve or auto-approve, and captaincy can be transferred without admin involvement.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4251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/home/claude/ilmoportaali-deck/ico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88" y="4313408"/>
            <a:ext cx="389169" cy="38916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61872" y="419709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261872" y="4507992"/>
            <a:ext cx="44988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JWT sessions, bcrypt password hashing, whitelisted CORS, rate-limited auth endpoints, and roles re-verified against the database on every request.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217920" y="4251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5" descr="/home/claude/ilmoportaali-deck/icon_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368" y="4313408"/>
            <a:ext cx="389169" cy="38916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31152" y="4197096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delivery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6931152" y="4507992"/>
            <a:ext cx="44988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main is tested and deployed automatically to Azure via GitHub Actions — no manual release steps.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Ilmoportaali  |  Steering Group Review  | 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 Available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 and items on the roadmap — none are blockers today, but worth setting expectations 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ilmoportaali-deck/icon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2104949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4320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images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154680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text-and-price only; nothing visual is shown to attendees yet.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33672" y="1783080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9704" y="203911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ilmoportaali-deck/icon_us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541" y="2104949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704" y="274320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self-service team creation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89704" y="3154680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admins can create a new team today — members can join or request to join, not start one.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18704" y="1783080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74736" y="203911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/home/claude/ilmoportaali-deck/icon_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3" y="2104949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4736" y="274320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bulk import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74736" y="3154680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are entered one at a time — no Excel/CSV bulk upload yet.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87368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343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/home/claude/ilmoportaali-deck/icon_eye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9" y="440923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047488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team-scoped visibility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458968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can already be limited to eligible teams — but the event listing itself is still visible to every user.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33672" y="4087368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9704" y="4343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/home/claude/ilmoportaali-deck/icon_bar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541" y="4409237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9704" y="5047488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 dashboard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89704" y="5458968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is CSV export only — no built-in charts, trends, or revenue summaries.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18704" y="4087368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74736" y="4343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1" name="Image 5" descr="/home/claude/ilmoportaali-deck/icon_typ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0573" y="4409237"/>
            <a:ext cx="416966" cy="4169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74736" y="5047488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interface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74736" y="5458968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admin/attendee UI has no localization, though event content itself can be written in any language.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Ilmoportaali  |  Steering Group Review  | 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4" name="Image 0" descr="/home/claude/ilmoportaali-deck/icon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528" y="1524488"/>
            <a:ext cx="389169" cy="3891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0817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Azure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1600" y="1737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at ilmoportaali.boffaus.fi, on Container Apps + managed PostgreSQL (Sweden Central), deployed automatically via GitHub Actions on every change.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8" name="Image 1" descr="/home/claude/ilmoportaali-deck/icon_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28" y="2576048"/>
            <a:ext cx="389169" cy="3891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45973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maintained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71600" y="2788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cadence of fixes and new features — most recently, flexible checkbox-style product options and refined manager permissions.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566160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12" name="Image 2" descr="/home/claude/ilmoportaali-deck/icon_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28" y="3627608"/>
            <a:ext cx="389169" cy="3891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5112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funded, today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and Stripe processing costs are currently covered privately, not through an organizational budget.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95528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141B49"/>
          </a:solidFill>
          <a:ln/>
        </p:spPr>
      </p:sp>
      <p:sp>
        <p:nvSpPr>
          <p:cNvPr id="16" name="Text 11"/>
          <p:cNvSpPr/>
          <p:nvPr/>
        </p:nvSpPr>
        <p:spPr>
          <a:xfrm>
            <a:off x="8275320" y="1783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275320" y="21945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on ownership of hosting so Ilmoportaali can keep running reliably beyond one person's budget.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75320" y="37033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 points: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275320" y="40233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hosting budget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technical ownership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for the roadmap gaps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Ilmoportaali  |  Steering Group Review  |  September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2026-09-15T11:57:43Z</dcterms:created>
  <dcterms:modified xsi:type="dcterms:W3CDTF">2026-09-15T11:57:43Z</dcterms:modified>
</cp:coreProperties>
</file>